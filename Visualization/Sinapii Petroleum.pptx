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  <p:sldId id="263" r:id="RelId6"/>
    <p:sldId id="264" r:id="Rel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Relationship Type="http://schemas.openxmlformats.org/officeDocument/2006/relationships/slide" Target="/ppt/slides/slide8.xml" Id="RelId6" /><Relationship Type="http://schemas.openxmlformats.org/officeDocument/2006/relationships/slide" Target="/ppt/slides/slide9.xml" Id="RelId7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On-time Rate By Depot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fc1fefad-71b7-49d2-9ac4-c29ccb4e4bfc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45920abe3d6b412a" /><Relationship Type="http://schemas.openxmlformats.org/officeDocument/2006/relationships/slideLayout" Target="/ppt/slideLayouts/slideLayout8.xml" Id="R47c053bff0af4e81" /><Relationship Type="http://schemas.openxmlformats.org/officeDocument/2006/relationships/hyperlink" Target="https://app.powerbi.com/groups/me/reports/fc1fefad-71b7-49d2-9ac4-c29ccb4e4bfc/?pbi_source=PowerPoint" TargetMode="External" Id="RelId0" /><Relationship Type="http://schemas.openxmlformats.org/officeDocument/2006/relationships/image" Target="/ppt/media/image4.png" Id="imgId453178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76a4d0a23a4f4f14" /><Relationship Type="http://schemas.openxmlformats.org/officeDocument/2006/relationships/slideLayout" Target="/ppt/slideLayouts/slideLayout8.xml" Id="R42e57b815d68494a" /><Relationship Type="http://schemas.openxmlformats.org/officeDocument/2006/relationships/hyperlink" Target="https://app.powerbi.com/groups/me/reports/fc1fefad-71b7-49d2-9ac4-c29ccb4e4bfc/?pbi_source=PowerPoint" TargetMode="External" Id="RelId1" /><Relationship Type="http://schemas.openxmlformats.org/officeDocument/2006/relationships/image" Target="/ppt/media/image5.png" Id="imgId453178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33172ec717c14947" /><Relationship Type="http://schemas.openxmlformats.org/officeDocument/2006/relationships/slideLayout" Target="/ppt/slideLayouts/slideLayout8.xml" Id="R47ddf00d05424d8e" /><Relationship Type="http://schemas.openxmlformats.org/officeDocument/2006/relationships/hyperlink" Target="https://app.powerbi.com/groups/me/reports/fc1fefad-71b7-49d2-9ac4-c29ccb4e4bfc/?pbi_source=PowerPoint" TargetMode="External" Id="RelId2" /><Relationship Type="http://schemas.openxmlformats.org/officeDocument/2006/relationships/image" Target="/ppt/media/image6.png" Id="imgId453178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0b7b9c4009cc4634" /><Relationship Type="http://schemas.openxmlformats.org/officeDocument/2006/relationships/slideLayout" Target="/ppt/slideLayouts/slideLayout8.xml" Id="R1e4aaaea39c84fca" /><Relationship Type="http://schemas.openxmlformats.org/officeDocument/2006/relationships/hyperlink" Target="https://app.powerbi.com/groups/me/reports/fc1fefad-71b7-49d2-9ac4-c29ccb4e4bfc/?pbi_source=PowerPoint" TargetMode="External" Id="RelId3" /><Relationship Type="http://schemas.openxmlformats.org/officeDocument/2006/relationships/image" Target="/ppt/media/image7.png" Id="imgId453178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e6c0e4097917459b" /><Relationship Type="http://schemas.openxmlformats.org/officeDocument/2006/relationships/slideLayout" Target="/ppt/slideLayouts/slideLayout8.xml" Id="R9a361c969b214d67" /><Relationship Type="http://schemas.openxmlformats.org/officeDocument/2006/relationships/hyperlink" Target="https://app.powerbi.com/groups/me/reports/fc1fefad-71b7-49d2-9ac4-c29ccb4e4bfc/?pbi_source=PowerPoint" TargetMode="External" Id="RelId4" /><Relationship Type="http://schemas.openxmlformats.org/officeDocument/2006/relationships/image" Target="/ppt/media/image8.png" Id="imgId453178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637700ba02e743e4" /><Relationship Type="http://schemas.openxmlformats.org/officeDocument/2006/relationships/slideLayout" Target="/ppt/slideLayouts/slideLayout8.xml" Id="Ra4fa5be7e490495d" /><Relationship Type="http://schemas.openxmlformats.org/officeDocument/2006/relationships/hyperlink" Target="https://app.powerbi.com/groups/me/reports/fc1fefad-71b7-49d2-9ac4-c29ccb4e4bfc/?pbi_source=PowerPoint" TargetMode="External" Id="RelId5" /><Relationship Type="http://schemas.openxmlformats.org/officeDocument/2006/relationships/image" Target="/ppt/media/image9.png" Id="imgId453178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41443d7459924a78" /><Relationship Type="http://schemas.openxmlformats.org/officeDocument/2006/relationships/slideLayout" Target="/ppt/slideLayouts/slideLayout8.xml" Id="Rf9645c34367149e2" /><Relationship Type="http://schemas.openxmlformats.org/officeDocument/2006/relationships/hyperlink" Target="https://app.powerbi.com/groups/me/reports/fc1fefad-71b7-49d2-9ac4-c29ccb4e4bfc/?pbi_source=PowerPoint" TargetMode="External" Id="RelId6" /><Relationship Type="http://schemas.openxmlformats.org/officeDocument/2006/relationships/image" Target="/ppt/media/imagea.png" Id="imgId453178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78a6120d7dc44dc9" /><Relationship Type="http://schemas.openxmlformats.org/officeDocument/2006/relationships/slideLayout" Target="/ppt/slideLayouts/slideLayout8.xml" Id="Rbd59c31bfaca41a8" /><Relationship Type="http://schemas.openxmlformats.org/officeDocument/2006/relationships/hyperlink" Target="https://app.powerbi.com/groups/me/reports/fc1fefad-71b7-49d2-9ac4-c29ccb4e4bfc/?pbi_source=PowerPoint" TargetMode="External" Id="RelId7" /><Relationship Type="http://schemas.openxmlformats.org/officeDocument/2006/relationships/image" Target="/ppt/media/imageb.png" Id="imgId45317879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Sinapii Petroleum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1/12/2026 10:00:38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1/12/2026 9:55:12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image ,textbox ,textbox ,shape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31787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textbox ,textbox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31787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Summary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shape ,textbox ,shape ,textbox ,textbox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31787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&amp; Objectives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textbox ,textbox ,shape ,textbox ,card ,textbox ,textbox ,shape ,textbox ,On-time Rate By Depot ,textbox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31787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textbox ,textbox ,shape ,textbox ,textbox ,lineChart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31787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2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textbox ,textbox ,shape ,textbox ,textbox ,clusteredColumnChart ,donutChart ,shape ,textbox ,textbox ,textbox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31787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 3</a:t>
            </a:r>
          </a:p>
        </p:txBody>
      </p:sp>
    </p:spTree>
    <p:clrMapOvr>
      <a:masterClrMapping xmlns:a="http://schemas.openxmlformats.org/drawingml/2006/main"/>
    </p:clrMapOvr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textbox ,textbox ,shape ,textbox ,shape ,textbox ,textbox ,shape ,textbox ,textbox. Please refer to the notes on this slide for details">
            <a:hlinkClick xmlns:r="http://schemas.openxmlformats.org/officeDocument/2006/relationships" xmlns:a="http://schemas.openxmlformats.org/drawingml/2006/main" r:id="RelId6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31787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textbox ,textbox ,shape ,textbox ,shape ,textbox ,textbox ,textbox ,shape ,textbox. Please refer to the notes on this slide for details">
            <a:hlinkClick xmlns:r="http://schemas.openxmlformats.org/officeDocument/2006/relationships" xmlns:a="http://schemas.openxmlformats.org/drawingml/2006/main" r:id="RelId7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31787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Duplicate of Recommendations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